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2"/>
  </p:notesMasterIdLst>
  <p:sldIdLst>
    <p:sldId id="256" r:id="rId2"/>
    <p:sldId id="279" r:id="rId3"/>
    <p:sldId id="280" r:id="rId4"/>
    <p:sldId id="276" r:id="rId5"/>
    <p:sldId id="282" r:id="rId6"/>
    <p:sldId id="277" r:id="rId7"/>
    <p:sldId id="281" r:id="rId8"/>
    <p:sldId id="274" r:id="rId9"/>
    <p:sldId id="275" r:id="rId10"/>
    <p:sldId id="278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01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FD01336-3803-CFB6-5010-CADFE5DE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48D93D4-5B3D-1276-44FD-3032CBE15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6107377-6166-92B3-F56D-5DAD02227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x = 1.0</a:t>
            </a: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 = 2.0</a:t>
            </a: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 = 3.0</a:t>
            </a:r>
          </a:p>
          <a:p>
            <a:pPr marL="158750" indent="0">
              <a:buNone/>
            </a:pPr>
            <a:endParaRPr lang="pl-PL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x = -x</a:t>
            </a: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 = y - 1</a:t>
            </a: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 = z + x</a:t>
            </a: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 = z + x - y</a:t>
            </a:r>
          </a:p>
          <a:p>
            <a:pPr marL="158750" indent="0">
              <a:buNone/>
            </a:pPr>
            <a:endParaRPr lang="pl-PL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pl-P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print('x =', x, ', y =', y, ', z =', z)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5893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31D58ED-BF92-1CFE-0B44-8D451178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33C44C2-FE34-A0C2-DADC-F53EED670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FC9D35F-F54E-8879-060C-9303428D0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97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A6C7E4C-DA7B-F2B2-F1A6-5C76E87F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81A5E75-0DE2-246B-8D00-058CA2621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2225CAB-BE02-0792-A780-5080D891B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687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A3112D-5B5F-E9AF-CBAA-C81636F9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0B8E71E-8F02-3E37-061E-4F6A1DF1D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8CDDEE7-8E56-2F94-5D72-E909CB41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3011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994FC90-0065-3FF6-37C8-2AA824DAC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F5B47EF-2A01-D6D1-112D-2F430CDD8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2C25620-34CE-6CB3-B7A7-105ACABCC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525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9094D1B-6635-3A2F-08A3-56992B0B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0928574-9349-EDE9-B0CC-6D5DF3A2F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771FF2B-0458-31F1-6738-E22756C7C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853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D953133-E74F-3348-62C3-0349569C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4D8AC00-C2CB-A45B-1067-3862888B9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24EFBC1-F4D0-80E8-50B9-FD99CED20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478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5D8A4D5-ED8B-5E39-4E29-2352FB13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97A17D9-9850-60BA-83AD-59C43E743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AE4632C-768F-B15B-D43E-532D97D8E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529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442DC9B-E914-DBC3-5061-9949616B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936F9AF-1A5A-45FE-4456-1F2A31B9F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A5510E3-9826-860B-A16F-257652E4A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175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Introdução a programação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indent="0"/>
            <a:r>
              <a:rPr lang="pt-BR" dirty="0"/>
              <a:t>Prof. Juliano Caetano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34DD878-B593-31E9-051B-9FDE4287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5DF4123-C549-96A4-56F8-17E8127A4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r>
              <a:rPr lang="pt-BR" b="1" dirty="0"/>
              <a:t> - </a:t>
            </a:r>
            <a:r>
              <a:rPr lang="pt-BR" dirty="0"/>
              <a:t>Qual a saída do programa abaixo?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F36CB7E-5C4F-B01B-BA4B-823047C44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endParaRPr dirty="0"/>
          </a:p>
        </p:txBody>
      </p:sp>
      <p:pic>
        <p:nvPicPr>
          <p:cNvPr id="3" name="Imagem 2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8C2D6C6-6007-2C08-53EC-3D9F25035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74721"/>
            <a:ext cx="8520600" cy="352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1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F93F8E5-9C6E-70E1-4553-AC6F913B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3B2F873-14DB-C280-EC8F-9FA362445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4D05E12-ECE8-B754-FA2D-C853011DD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algoritmo em pseudocódigo para</a:t>
            </a:r>
          </a:p>
          <a:p>
            <a:pPr marL="76200" indent="0">
              <a:buNone/>
            </a:pPr>
            <a:r>
              <a:rPr lang="pt-BR" dirty="0"/>
              <a:t>a) Somar três números</a:t>
            </a:r>
          </a:p>
          <a:p>
            <a:pPr marL="76200" indent="0">
              <a:buNone/>
            </a:pPr>
            <a:r>
              <a:rPr lang="pt-BR" dirty="0"/>
              <a:t>b) Calcular a média de um aluno numa disciplina, sendo</a:t>
            </a:r>
          </a:p>
          <a:p>
            <a:pPr marL="533400" lvl="1" indent="0">
              <a:buNone/>
            </a:pPr>
            <a:r>
              <a:rPr lang="pt-BR" dirty="0"/>
              <a:t>Média = (Provas + 3 x Trabalho + Participação) / 10</a:t>
            </a:r>
          </a:p>
          <a:p>
            <a:pPr marL="533400" lvl="1" indent="0">
              <a:buNone/>
            </a:pPr>
            <a:r>
              <a:rPr lang="pt-BR" dirty="0"/>
              <a:t>Provas = 3 x Prova1 + 3 x Prova2</a:t>
            </a:r>
          </a:p>
          <a:p>
            <a:pPr marL="76200" indent="0">
              <a:buNone/>
            </a:pPr>
            <a:r>
              <a:rPr lang="pt-BR" dirty="0"/>
              <a:t>c) Calcular o peso ideal de uma pessoa, assumindo</a:t>
            </a:r>
          </a:p>
          <a:p>
            <a:pPr marL="533400" lvl="1" indent="0">
              <a:buNone/>
            </a:pPr>
            <a:r>
              <a:rPr lang="pt-BR" dirty="0"/>
              <a:t>Homem: Peso = (72,7 * Altura) - 58</a:t>
            </a:r>
          </a:p>
          <a:p>
            <a:pPr marL="533400" lvl="1" indent="0">
              <a:buNone/>
            </a:pPr>
            <a:r>
              <a:rPr lang="pt-BR" dirty="0"/>
              <a:t>Mulher: Peso = (62,1 * Altura) - 44,7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135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97E5B33-99C9-D41E-A776-7F8B99C9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24AFAB0-9AB2-3AC8-1E5D-718C91712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7B4A55B-1F54-54BA-963F-E9985FF14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33400" indent="-457200">
              <a:buFont typeface="+mj-lt"/>
              <a:buAutoNum type="arabicPeriod"/>
            </a:pPr>
            <a:r>
              <a:rPr lang="pt-BR" dirty="0"/>
              <a:t>Faça um programa que leia o nome, a idade, a altura, o peso e a nacionalidade do usuário e escreva essas informações na forma de um parágrafo de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86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6C5000F-1C7D-9CA4-4395-1162BE1A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67841B8-DB27-81CB-4569-46137E657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FF685DD-55B0-7608-B0D5-025EBE304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Faca um algoritmo que calcule o valor a pagar em uma lanchonete, dada a quantidade de pasteis comprados e o preço de cada pastel, e a quantidade de refrigerantes comprados e o preço de cada refrigerante, determine o valor a ser pago!</a:t>
            </a:r>
          </a:p>
        </p:txBody>
      </p:sp>
    </p:spTree>
    <p:extLst>
      <p:ext uri="{BB962C8B-B14F-4D97-AF65-F5344CB8AC3E}">
        <p14:creationId xmlns:p14="http://schemas.microsoft.com/office/powerpoint/2010/main" val="410816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4985E90-0C2D-B398-6279-63459C03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E555732-6B6C-B480-B952-3026713E7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C6A0011-5A09-8ED7-3EEE-D6FFC315D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Faça um programa que informe a distância em quilômetros de um raio para o observador </a:t>
            </a:r>
          </a:p>
          <a:p>
            <a:pPr marL="76200" indent="0">
              <a:buNone/>
            </a:pPr>
            <a:r>
              <a:rPr lang="pt-BR" dirty="0"/>
              <a:t>– O observador deve informar o tempo (em segundos) transcorrido entre ver o raio e ouvir o trovão </a:t>
            </a:r>
          </a:p>
          <a:p>
            <a:pPr marL="76200" indent="0">
              <a:buNone/>
            </a:pPr>
            <a:r>
              <a:rPr lang="pt-BR" dirty="0"/>
              <a:t>– Assuma que a velocidade do som é 340 m/s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634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DE966FC-1CEF-F14B-B17A-37091A4D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E9B434A-5901-1B4A-E8F8-1BA2BC4DE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FFFD7DB-1DF6-B897-5581-3759C7A49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- Faça um programa que exiba o perímetro de uma circunferência a partir do seu raio.</a:t>
            </a:r>
          </a:p>
          <a:p>
            <a:pPr marL="76200" indent="0">
              <a:buNone/>
            </a:pPr>
            <a:r>
              <a:rPr lang="pt-BR" dirty="0"/>
              <a:t>- Faça um programa que leia dois pontos num espaço bidimensional e calcule a distância entre esses pontos</a:t>
            </a:r>
          </a:p>
        </p:txBody>
      </p:sp>
    </p:spTree>
    <p:extLst>
      <p:ext uri="{BB962C8B-B14F-4D97-AF65-F5344CB8AC3E}">
        <p14:creationId xmlns:p14="http://schemas.microsoft.com/office/powerpoint/2010/main" val="1773276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BCF8D16-4DC9-A110-82E6-64C72A59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18C7621-AE32-3BDC-DB5E-F91EF6153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</a:t>
            </a:r>
            <a:r>
              <a:rPr lang="pt-BR" b="1" dirty="0"/>
              <a:t> - </a:t>
            </a:r>
            <a:r>
              <a:rPr lang="pt-BR" dirty="0"/>
              <a:t>Enigma dos Jarros de Água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335F6E6-656F-1DC5-2775-A807CB6F0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algoritmo para separar o líquido de três garrafas com formatos diferentes em duas quantidades iguais, onde</a:t>
            </a:r>
          </a:p>
          <a:p>
            <a:pPr marL="533400" lvl="1" indent="0">
              <a:buNone/>
            </a:pPr>
            <a:r>
              <a:rPr lang="pt-BR" dirty="0"/>
              <a:t>– A garrafa A está cheia e tem capacidade de 8 litros</a:t>
            </a:r>
          </a:p>
          <a:p>
            <a:pPr marL="533400" lvl="1" indent="0">
              <a:buNone/>
            </a:pPr>
            <a:r>
              <a:rPr lang="pt-BR" dirty="0"/>
              <a:t>– A garrafa B está vazia e tem capacidade de 5 litros</a:t>
            </a:r>
          </a:p>
          <a:p>
            <a:pPr marL="533400" lvl="1" indent="0">
              <a:buNone/>
            </a:pPr>
            <a:r>
              <a:rPr lang="pt-BR" dirty="0"/>
              <a:t>– A garrafa C está vazia e tem capacidade de 3 litros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560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7D33A5C-2B53-584C-AA45-819BC68A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CFD44D6-1CAD-0056-1324-CE7862471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 - Algoritmos de Divisão e Conquista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B6001FA-EE44-DFB6-93DF-85FBF17D9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algoritmo para descobrir a moeda falsa (mais leve) de um total de 5 moedas usando uma balança analítica</a:t>
            </a:r>
          </a:p>
          <a:p>
            <a:pPr marL="533400" lvl="1" indent="0">
              <a:buNone/>
            </a:pPr>
            <a:r>
              <a:rPr lang="pt-BR" dirty="0"/>
              <a:t>– Dica: é possível resolver com somente duas pesagens</a:t>
            </a:r>
          </a:p>
          <a:p>
            <a:pPr marL="76200" indent="0">
              <a:buNone/>
            </a:pPr>
            <a:r>
              <a:rPr lang="pt-BR" dirty="0"/>
              <a:t>Idem ao anterior, mas com um total de 27 moedas</a:t>
            </a:r>
          </a:p>
          <a:p>
            <a:pPr marL="533400" lvl="1" indent="0">
              <a:buNone/>
            </a:pPr>
            <a:r>
              <a:rPr lang="pt-BR" dirty="0"/>
              <a:t>– Dica: é possível resolver com somente três pesagens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836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8C102B6-D2E7-842D-972D-32942BE8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022BE1C-C64D-4A24-EAC7-67E5DCF95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Exercícios - Algoritmo Ganancioso (</a:t>
            </a:r>
            <a:r>
              <a:rPr lang="pt-BR" dirty="0" err="1"/>
              <a:t>Greedy</a:t>
            </a:r>
            <a:r>
              <a:rPr lang="pt-BR" dirty="0"/>
              <a:t> </a:t>
            </a:r>
            <a:r>
              <a:rPr lang="pt-BR" dirty="0" err="1"/>
              <a:t>Algorithm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40C9710-D4DE-6714-09E0-F53EC1E84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76200" indent="0">
              <a:buNone/>
            </a:pPr>
            <a:r>
              <a:rPr lang="pt-BR" dirty="0"/>
              <a:t>5 - Faça um programa para, a partir de um valor informado em centavos, indicar a menor quantidade de moedas que representa esse valor</a:t>
            </a:r>
          </a:p>
          <a:p>
            <a:pPr marL="76200" indent="0">
              <a:buNone/>
            </a:pPr>
            <a:r>
              <a:rPr lang="pt-BR" dirty="0"/>
              <a:t>– Considere moedas de 1, 5, 10, 25 e 50 centavos, e 1 real</a:t>
            </a:r>
          </a:p>
          <a:p>
            <a:pPr marL="76200" indent="0">
              <a:buNone/>
            </a:pPr>
            <a:r>
              <a:rPr lang="pt-BR" dirty="0"/>
              <a:t>– Exemplo: para o valor 290 centavos, a menor quantidade de moedas é 2 moedas de 1 real, 1 moeda de 50 centavos, 1 moeda de 25 centavos, 1 moeda de 10 centavos e 1 moeda de 5 centavos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58664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524</Words>
  <Application>Microsoft Office PowerPoint</Application>
  <PresentationFormat>Apresentação na tela (16:9)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Impact</vt:lpstr>
      <vt:lpstr>Simple Light</vt:lpstr>
      <vt:lpstr>Introdução a programação</vt:lpstr>
      <vt:lpstr>Exercícios - Qual a saída do programa abaixo?</vt:lpstr>
      <vt:lpstr>Exercícios</vt:lpstr>
      <vt:lpstr>Exercícios</vt:lpstr>
      <vt:lpstr>Exercícios</vt:lpstr>
      <vt:lpstr>Exercícios</vt:lpstr>
      <vt:lpstr>Exercícios</vt:lpstr>
      <vt:lpstr>Exercícios - Enigma dos Jarros de Água</vt:lpstr>
      <vt:lpstr>Exercícios - Algoritmos de Divisão e Conquista</vt:lpstr>
      <vt:lpstr>Exercícios - Algoritmo Ganancioso (Greedy Algorithm)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Juliano Caetano</cp:lastModifiedBy>
  <cp:revision>6</cp:revision>
  <dcterms:modified xsi:type="dcterms:W3CDTF">2026-03-05T17:49:36Z</dcterms:modified>
</cp:coreProperties>
</file>